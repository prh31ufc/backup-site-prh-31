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73"/>
  </p:normalViewPr>
  <p:slideViewPr>
    <p:cSldViewPr snapToGrid="0">
      <p:cViewPr>
        <p:scale>
          <a:sx n="88" d="100"/>
          <a:sy n="88" d="100"/>
        </p:scale>
        <p:origin x="17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09B7A-9489-3457-6B57-A2A9E9077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CB029D-8189-8846-EB36-0989C4C54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B25B98-986E-406A-ACB4-B870AE44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AC28E2-DF4F-19C0-D6A5-11CA224A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59EC85-4334-C669-0D5F-C3FE3C6D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83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BF780-74AE-1FA8-3ACE-66B1E8AC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1229AB-72F8-FD44-2B1E-E640B5AAD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AEA6D9-0613-E79E-C54A-4E2420ED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AC5780-7BD0-83F0-125F-604C977C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4B06C7-752E-7CD3-48C6-2AFE2022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0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ADDFD-BDE6-146F-45F6-BE52524E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49DBCE-3BD1-EE93-A0FA-962E4A1B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D85A60-A19B-CC7D-357C-013C73ED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CC9A98-948C-C1B9-822B-3A9F0E253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9B7451-12EB-7AB4-00D2-26DFDB84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4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693A1-5725-6BA3-11B1-EA55B9D3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265ACD-606F-A205-5D2E-1B8F9003A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A25F0F-8422-229A-24A8-6C4099295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FD2FF3-016F-552B-DCA2-F4B37705C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86DC09-5DB5-F1F2-9343-AD7E6D0F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6EB142-8014-7667-CF41-345E0CDB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55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442ED-5D9F-9711-585C-D9080769C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FEBF1B-7268-4193-0EBA-C486B7AEF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FA8646-4D1B-DEFD-E583-01C703898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377331C-6B03-0F47-59B5-3DABBECA9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165ADDE-E7ED-EA42-4FCD-B926EE7FE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C2456A-808B-0B62-5BE2-528A2F9A4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CD3666-467E-DFB8-5755-B099B4D5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A965558-C301-A0E1-1C41-20570C50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43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30C32-4138-B3BD-EE00-DCA77389E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FB066EE-5FF7-49E4-264F-ABC45DB4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7A8774E-EB31-8B0F-F6A9-CABB04B2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E65D8D-DDF4-810E-EA7A-BDC5D7E9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64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2973D6-08C8-98F5-2FC2-59377159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377F895-F74D-E43C-7A20-76EB5E64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DE5501-3A5D-48C8-CAA0-D9E3881E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33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95B40-91B9-C6AD-92A4-27F992DD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A59E03-AB67-76D1-8D51-BFC585C52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6CD041-89F8-BA20-A271-6A71E3B11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7A4E39-6770-8570-6B47-5D200F74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B44BA6-FBF6-EB31-673A-4311DA94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EE5970-8181-BF3D-F1BC-2A8CD2B45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441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B9E2-9EB1-3AC6-D5D4-76210E3D2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E57ABA-28EC-AAF7-6A73-4FBBA4618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5AF628-FB3A-A36B-A267-3F3FAEDB1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F47840-9371-F20D-DCB7-519FAB05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DA3D17-620F-45BE-2CA8-E42871392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89E97D-EA75-FE20-BF8B-4D398A49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443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52ACF-2D54-B02F-F720-455CFD4B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637B39-D04E-B021-A69D-26620E7B8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39370F-550B-B46F-968E-4B96464FC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0F9116-0225-94DB-8525-E3518512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DE351A-6C96-0B2F-8BA3-8633933B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19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C1F8B7-42F1-6C61-D0B4-F6E3A8AC4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2D86DE-D6FB-7C1E-D14C-D14726555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49E063-41BF-B0C9-4609-4A41D2A6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CD877E-E8B1-288B-BC35-CFA980D7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873BC8-D54D-A104-04DF-54CB3D59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41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60ED44D-244D-CB5C-9D51-5D3A5F93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7CEB9B-7519-B6B3-22BB-84DA2E07A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52377C-54B0-25FD-1FF2-CD482E0C4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100B2-4BBC-EC40-8C2C-123DBBEA52BA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28C34C-7DEC-2B48-CBCA-CE38A1B62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8D05DF-B889-E213-F54F-335963B52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3CA16-EB13-5D44-B668-2EFEEFEBF2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A94FC7F-DB16-CD8A-5103-658A75A1A5AB}"/>
              </a:ext>
            </a:extLst>
          </p:cNvPr>
          <p:cNvSpPr/>
          <p:nvPr/>
        </p:nvSpPr>
        <p:spPr>
          <a:xfrm>
            <a:off x="2510973" y="3627"/>
            <a:ext cx="4688114" cy="175622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 7">
            <a:extLst>
              <a:ext uri="{FF2B5EF4-FFF2-40B4-BE49-F238E27FC236}">
                <a16:creationId xmlns:a16="http://schemas.microsoft.com/office/drawing/2014/main" id="{50BE2BDB-8D25-5A68-22D5-44A5BBEDCB8F}"/>
              </a:ext>
            </a:extLst>
          </p:cNvPr>
          <p:cNvSpPr/>
          <p:nvPr/>
        </p:nvSpPr>
        <p:spPr>
          <a:xfrm>
            <a:off x="7997372" y="2119087"/>
            <a:ext cx="5190426" cy="1944914"/>
          </a:xfrm>
          <a:custGeom>
            <a:avLst/>
            <a:gdLst>
              <a:gd name="csX0" fmla="*/ 95911 w 5001740"/>
              <a:gd name="csY0" fmla="*/ 976351 h 1789151"/>
              <a:gd name="csX1" fmla="*/ 81397 w 5001740"/>
              <a:gd name="csY1" fmla="*/ 1077951 h 1789151"/>
              <a:gd name="csX2" fmla="*/ 52369 w 5001740"/>
              <a:gd name="csY2" fmla="*/ 1165037 h 1789151"/>
              <a:gd name="csX3" fmla="*/ 95911 w 5001740"/>
              <a:gd name="csY3" fmla="*/ 1179551 h 1789151"/>
              <a:gd name="csX4" fmla="*/ 197511 w 5001740"/>
              <a:gd name="csY4" fmla="*/ 1194065 h 1789151"/>
              <a:gd name="csX5" fmla="*/ 182997 w 5001740"/>
              <a:gd name="csY5" fmla="*/ 1237608 h 1789151"/>
              <a:gd name="csX6" fmla="*/ 313626 w 5001740"/>
              <a:gd name="csY6" fmla="*/ 1310180 h 1789151"/>
              <a:gd name="csX7" fmla="*/ 328140 w 5001740"/>
              <a:gd name="csY7" fmla="*/ 1353722 h 1789151"/>
              <a:gd name="csX8" fmla="*/ 342654 w 5001740"/>
              <a:gd name="csY8" fmla="*/ 1426294 h 1789151"/>
              <a:gd name="csX9" fmla="*/ 357169 w 5001740"/>
              <a:gd name="csY9" fmla="*/ 1484351 h 1789151"/>
              <a:gd name="csX10" fmla="*/ 400711 w 5001740"/>
              <a:gd name="csY10" fmla="*/ 1455322 h 1789151"/>
              <a:gd name="csX11" fmla="*/ 531340 w 5001740"/>
              <a:gd name="csY11" fmla="*/ 1556922 h 1789151"/>
              <a:gd name="csX12" fmla="*/ 574883 w 5001740"/>
              <a:gd name="csY12" fmla="*/ 1571437 h 1789151"/>
              <a:gd name="csX13" fmla="*/ 676483 w 5001740"/>
              <a:gd name="csY13" fmla="*/ 1600465 h 1789151"/>
              <a:gd name="csX14" fmla="*/ 720026 w 5001740"/>
              <a:gd name="csY14" fmla="*/ 1629494 h 1789151"/>
              <a:gd name="csX15" fmla="*/ 894197 w 5001740"/>
              <a:gd name="csY15" fmla="*/ 1614980 h 1789151"/>
              <a:gd name="csX16" fmla="*/ 923226 w 5001740"/>
              <a:gd name="csY16" fmla="*/ 1658522 h 1789151"/>
              <a:gd name="csX17" fmla="*/ 1010311 w 5001740"/>
              <a:gd name="csY17" fmla="*/ 1629494 h 1789151"/>
              <a:gd name="csX18" fmla="*/ 1053854 w 5001740"/>
              <a:gd name="csY18" fmla="*/ 1644008 h 1789151"/>
              <a:gd name="csX19" fmla="*/ 1140940 w 5001740"/>
              <a:gd name="csY19" fmla="*/ 1702065 h 1789151"/>
              <a:gd name="csX20" fmla="*/ 1184483 w 5001740"/>
              <a:gd name="csY20" fmla="*/ 1673037 h 1789151"/>
              <a:gd name="csX21" fmla="*/ 1228026 w 5001740"/>
              <a:gd name="csY21" fmla="*/ 1629494 h 1789151"/>
              <a:gd name="csX22" fmla="*/ 1300597 w 5001740"/>
              <a:gd name="csY22" fmla="*/ 1644008 h 1789151"/>
              <a:gd name="csX23" fmla="*/ 1329626 w 5001740"/>
              <a:gd name="csY23" fmla="*/ 1687551 h 1789151"/>
              <a:gd name="csX24" fmla="*/ 1416711 w 5001740"/>
              <a:gd name="csY24" fmla="*/ 1731094 h 1789151"/>
              <a:gd name="csX25" fmla="*/ 1503797 w 5001740"/>
              <a:gd name="csY25" fmla="*/ 1658522 h 1789151"/>
              <a:gd name="csX26" fmla="*/ 1590883 w 5001740"/>
              <a:gd name="csY26" fmla="*/ 1673037 h 1789151"/>
              <a:gd name="csX27" fmla="*/ 1677969 w 5001740"/>
              <a:gd name="csY27" fmla="*/ 1745608 h 1789151"/>
              <a:gd name="csX28" fmla="*/ 1750540 w 5001740"/>
              <a:gd name="csY28" fmla="*/ 1731094 h 1789151"/>
              <a:gd name="csX29" fmla="*/ 1779569 w 5001740"/>
              <a:gd name="csY29" fmla="*/ 1687551 h 1789151"/>
              <a:gd name="csX30" fmla="*/ 1910197 w 5001740"/>
              <a:gd name="csY30" fmla="*/ 1687551 h 1789151"/>
              <a:gd name="csX31" fmla="*/ 1997283 w 5001740"/>
              <a:gd name="csY31" fmla="*/ 1745608 h 1789151"/>
              <a:gd name="csX32" fmla="*/ 2127911 w 5001740"/>
              <a:gd name="csY32" fmla="*/ 1673037 h 1789151"/>
              <a:gd name="csX33" fmla="*/ 2273054 w 5001740"/>
              <a:gd name="csY33" fmla="*/ 1702065 h 1789151"/>
              <a:gd name="csX34" fmla="*/ 2316597 w 5001740"/>
              <a:gd name="csY34" fmla="*/ 1731094 h 1789151"/>
              <a:gd name="csX35" fmla="*/ 2447226 w 5001740"/>
              <a:gd name="csY35" fmla="*/ 1731094 h 1789151"/>
              <a:gd name="csX36" fmla="*/ 2476254 w 5001740"/>
              <a:gd name="csY36" fmla="*/ 1774637 h 1789151"/>
              <a:gd name="csX37" fmla="*/ 2519797 w 5001740"/>
              <a:gd name="csY37" fmla="*/ 1760122 h 1789151"/>
              <a:gd name="csX38" fmla="*/ 2606883 w 5001740"/>
              <a:gd name="csY38" fmla="*/ 1716580 h 1789151"/>
              <a:gd name="csX39" fmla="*/ 2650426 w 5001740"/>
              <a:gd name="csY39" fmla="*/ 1731094 h 1789151"/>
              <a:gd name="csX40" fmla="*/ 2737511 w 5001740"/>
              <a:gd name="csY40" fmla="*/ 1789151 h 1789151"/>
              <a:gd name="csX41" fmla="*/ 2781054 w 5001740"/>
              <a:gd name="csY41" fmla="*/ 1774637 h 1789151"/>
              <a:gd name="csX42" fmla="*/ 2911683 w 5001740"/>
              <a:gd name="csY42" fmla="*/ 1702065 h 1789151"/>
              <a:gd name="csX43" fmla="*/ 2998769 w 5001740"/>
              <a:gd name="csY43" fmla="*/ 1745608 h 1789151"/>
              <a:gd name="csX44" fmla="*/ 3056826 w 5001740"/>
              <a:gd name="csY44" fmla="*/ 1731094 h 1789151"/>
              <a:gd name="csX45" fmla="*/ 3143911 w 5001740"/>
              <a:gd name="csY45" fmla="*/ 1673037 h 1789151"/>
              <a:gd name="csX46" fmla="*/ 3230997 w 5001740"/>
              <a:gd name="csY46" fmla="*/ 1731094 h 1789151"/>
              <a:gd name="csX47" fmla="*/ 3274540 w 5001740"/>
              <a:gd name="csY47" fmla="*/ 1760122 h 1789151"/>
              <a:gd name="csX48" fmla="*/ 3405169 w 5001740"/>
              <a:gd name="csY48" fmla="*/ 1731094 h 1789151"/>
              <a:gd name="csX49" fmla="*/ 3448711 w 5001740"/>
              <a:gd name="csY49" fmla="*/ 1702065 h 1789151"/>
              <a:gd name="csX50" fmla="*/ 3506769 w 5001740"/>
              <a:gd name="csY50" fmla="*/ 1716580 h 1789151"/>
              <a:gd name="csX51" fmla="*/ 3550311 w 5001740"/>
              <a:gd name="csY51" fmla="*/ 1745608 h 1789151"/>
              <a:gd name="csX52" fmla="*/ 3637397 w 5001740"/>
              <a:gd name="csY52" fmla="*/ 1731094 h 1789151"/>
              <a:gd name="csX53" fmla="*/ 3724483 w 5001740"/>
              <a:gd name="csY53" fmla="*/ 1687551 h 1789151"/>
              <a:gd name="csX54" fmla="*/ 3811569 w 5001740"/>
              <a:gd name="csY54" fmla="*/ 1716580 h 1789151"/>
              <a:gd name="csX55" fmla="*/ 3913169 w 5001740"/>
              <a:gd name="csY55" fmla="*/ 1702065 h 1789151"/>
              <a:gd name="csX56" fmla="*/ 3956711 w 5001740"/>
              <a:gd name="csY56" fmla="*/ 1673037 h 1789151"/>
              <a:gd name="csX57" fmla="*/ 4159911 w 5001740"/>
              <a:gd name="csY57" fmla="*/ 1658522 h 1789151"/>
              <a:gd name="csX58" fmla="*/ 4174426 w 5001740"/>
              <a:gd name="csY58" fmla="*/ 1614980 h 1789151"/>
              <a:gd name="csX59" fmla="*/ 4261511 w 5001740"/>
              <a:gd name="csY59" fmla="*/ 1629494 h 1789151"/>
              <a:gd name="csX60" fmla="*/ 4276026 w 5001740"/>
              <a:gd name="csY60" fmla="*/ 1673037 h 1789151"/>
              <a:gd name="csX61" fmla="*/ 4363111 w 5001740"/>
              <a:gd name="csY61" fmla="*/ 1716580 h 1789151"/>
              <a:gd name="csX62" fmla="*/ 4421169 w 5001740"/>
              <a:gd name="csY62" fmla="*/ 1614980 h 1789151"/>
              <a:gd name="csX63" fmla="*/ 4479226 w 5001740"/>
              <a:gd name="csY63" fmla="*/ 1527894 h 1789151"/>
              <a:gd name="csX64" fmla="*/ 4653397 w 5001740"/>
              <a:gd name="csY64" fmla="*/ 1542408 h 1789151"/>
              <a:gd name="csX65" fmla="*/ 4725969 w 5001740"/>
              <a:gd name="csY65" fmla="*/ 1426294 h 1789151"/>
              <a:gd name="csX66" fmla="*/ 4856597 w 5001740"/>
              <a:gd name="csY66" fmla="*/ 1353722 h 1789151"/>
              <a:gd name="csX67" fmla="*/ 4842083 w 5001740"/>
              <a:gd name="csY67" fmla="*/ 1266637 h 1789151"/>
              <a:gd name="csX68" fmla="*/ 4856597 w 5001740"/>
              <a:gd name="csY68" fmla="*/ 1223094 h 1789151"/>
              <a:gd name="csX69" fmla="*/ 4885626 w 5001740"/>
              <a:gd name="csY69" fmla="*/ 1179551 h 1789151"/>
              <a:gd name="csX70" fmla="*/ 4958197 w 5001740"/>
              <a:gd name="csY70" fmla="*/ 1077951 h 1789151"/>
              <a:gd name="csX71" fmla="*/ 4929169 w 5001740"/>
              <a:gd name="csY71" fmla="*/ 1034408 h 1789151"/>
              <a:gd name="csX72" fmla="*/ 4972711 w 5001740"/>
              <a:gd name="csY72" fmla="*/ 831208 h 1789151"/>
              <a:gd name="csX73" fmla="*/ 5001740 w 5001740"/>
              <a:gd name="csY73" fmla="*/ 744122 h 1789151"/>
              <a:gd name="csX74" fmla="*/ 4958197 w 5001740"/>
              <a:gd name="csY74" fmla="*/ 715094 h 1789151"/>
              <a:gd name="csX75" fmla="*/ 4914654 w 5001740"/>
              <a:gd name="csY75" fmla="*/ 700580 h 1789151"/>
              <a:gd name="csX76" fmla="*/ 4885626 w 5001740"/>
              <a:gd name="csY76" fmla="*/ 657037 h 1789151"/>
              <a:gd name="csX77" fmla="*/ 4914654 w 5001740"/>
              <a:gd name="csY77" fmla="*/ 613494 h 1789151"/>
              <a:gd name="csX78" fmla="*/ 4914654 w 5001740"/>
              <a:gd name="csY78" fmla="*/ 526408 h 1789151"/>
              <a:gd name="csX79" fmla="*/ 4871111 w 5001740"/>
              <a:gd name="csY79" fmla="*/ 497380 h 1789151"/>
              <a:gd name="csX80" fmla="*/ 4842083 w 5001740"/>
              <a:gd name="csY80" fmla="*/ 453837 h 1789151"/>
              <a:gd name="csX81" fmla="*/ 4900140 w 5001740"/>
              <a:gd name="csY81" fmla="*/ 352237 h 1789151"/>
              <a:gd name="csX82" fmla="*/ 4885626 w 5001740"/>
              <a:gd name="csY82" fmla="*/ 294180 h 1789151"/>
              <a:gd name="csX83" fmla="*/ 4827569 w 5001740"/>
              <a:gd name="csY83" fmla="*/ 250637 h 1789151"/>
              <a:gd name="csX84" fmla="*/ 4653397 w 5001740"/>
              <a:gd name="csY84" fmla="*/ 207094 h 1789151"/>
              <a:gd name="csX85" fmla="*/ 4638883 w 5001740"/>
              <a:gd name="csY85" fmla="*/ 163551 h 1789151"/>
              <a:gd name="csX86" fmla="*/ 4595340 w 5001740"/>
              <a:gd name="csY86" fmla="*/ 134522 h 1789151"/>
              <a:gd name="csX87" fmla="*/ 4493740 w 5001740"/>
              <a:gd name="csY87" fmla="*/ 76465 h 1789151"/>
              <a:gd name="csX88" fmla="*/ 4479226 w 5001740"/>
              <a:gd name="csY88" fmla="*/ 134522 h 1789151"/>
              <a:gd name="csX89" fmla="*/ 4392140 w 5001740"/>
              <a:gd name="csY89" fmla="*/ 192580 h 1789151"/>
              <a:gd name="csX90" fmla="*/ 4305054 w 5001740"/>
              <a:gd name="csY90" fmla="*/ 134522 h 1789151"/>
              <a:gd name="csX91" fmla="*/ 4217969 w 5001740"/>
              <a:gd name="csY91" fmla="*/ 47437 h 1789151"/>
              <a:gd name="csX92" fmla="*/ 4203454 w 5001740"/>
              <a:gd name="csY92" fmla="*/ 105494 h 1789151"/>
              <a:gd name="csX93" fmla="*/ 4188940 w 5001740"/>
              <a:gd name="csY93" fmla="*/ 149037 h 1789151"/>
              <a:gd name="csX94" fmla="*/ 4072826 w 5001740"/>
              <a:gd name="csY94" fmla="*/ 134522 h 1789151"/>
              <a:gd name="csX95" fmla="*/ 4000254 w 5001740"/>
              <a:gd name="csY95" fmla="*/ 47437 h 1789151"/>
              <a:gd name="csX96" fmla="*/ 3956711 w 5001740"/>
              <a:gd name="csY96" fmla="*/ 32922 h 1789151"/>
              <a:gd name="csX97" fmla="*/ 3913169 w 5001740"/>
              <a:gd name="csY97" fmla="*/ 61951 h 1789151"/>
              <a:gd name="csX98" fmla="*/ 3869626 w 5001740"/>
              <a:gd name="csY98" fmla="*/ 105494 h 1789151"/>
              <a:gd name="csX99" fmla="*/ 3782540 w 5001740"/>
              <a:gd name="csY99" fmla="*/ 134522 h 1789151"/>
              <a:gd name="csX100" fmla="*/ 3738997 w 5001740"/>
              <a:gd name="csY100" fmla="*/ 149037 h 1789151"/>
              <a:gd name="csX101" fmla="*/ 3637397 w 5001740"/>
              <a:gd name="csY101" fmla="*/ 105494 h 1789151"/>
              <a:gd name="csX102" fmla="*/ 3564826 w 5001740"/>
              <a:gd name="csY102" fmla="*/ 47437 h 1789151"/>
              <a:gd name="csX103" fmla="*/ 3535797 w 5001740"/>
              <a:gd name="csY103" fmla="*/ 105494 h 1789151"/>
              <a:gd name="csX104" fmla="*/ 3521283 w 5001740"/>
              <a:gd name="csY104" fmla="*/ 163551 h 1789151"/>
              <a:gd name="csX105" fmla="*/ 3477740 w 5001740"/>
              <a:gd name="csY105" fmla="*/ 149037 h 1789151"/>
              <a:gd name="csX106" fmla="*/ 3434197 w 5001740"/>
              <a:gd name="csY106" fmla="*/ 120008 h 1789151"/>
              <a:gd name="csX107" fmla="*/ 3390654 w 5001740"/>
              <a:gd name="csY107" fmla="*/ 76465 h 1789151"/>
              <a:gd name="csX108" fmla="*/ 3347111 w 5001740"/>
              <a:gd name="csY108" fmla="*/ 61951 h 1789151"/>
              <a:gd name="csX109" fmla="*/ 3289054 w 5001740"/>
              <a:gd name="csY109" fmla="*/ 120008 h 1789151"/>
              <a:gd name="csX110" fmla="*/ 3245511 w 5001740"/>
              <a:gd name="csY110" fmla="*/ 134522 h 1789151"/>
              <a:gd name="csX111" fmla="*/ 3187454 w 5001740"/>
              <a:gd name="csY111" fmla="*/ 76465 h 1789151"/>
              <a:gd name="csX112" fmla="*/ 3143911 w 5001740"/>
              <a:gd name="csY112" fmla="*/ 47437 h 1789151"/>
              <a:gd name="csX113" fmla="*/ 3056826 w 5001740"/>
              <a:gd name="csY113" fmla="*/ 90980 h 1789151"/>
              <a:gd name="csX114" fmla="*/ 3013283 w 5001740"/>
              <a:gd name="csY114" fmla="*/ 149037 h 1789151"/>
              <a:gd name="csX115" fmla="*/ 2940711 w 5001740"/>
              <a:gd name="csY115" fmla="*/ 61951 h 1789151"/>
              <a:gd name="csX116" fmla="*/ 2795569 w 5001740"/>
              <a:gd name="csY116" fmla="*/ 18408 h 1789151"/>
              <a:gd name="csX117" fmla="*/ 2752026 w 5001740"/>
              <a:gd name="csY117" fmla="*/ 32922 h 1789151"/>
              <a:gd name="csX118" fmla="*/ 2722997 w 5001740"/>
              <a:gd name="csY118" fmla="*/ 76465 h 1789151"/>
              <a:gd name="csX119" fmla="*/ 2679454 w 5001740"/>
              <a:gd name="csY119" fmla="*/ 61951 h 1789151"/>
              <a:gd name="csX120" fmla="*/ 2592369 w 5001740"/>
              <a:gd name="csY120" fmla="*/ 3894 h 1789151"/>
              <a:gd name="csX121" fmla="*/ 2548826 w 5001740"/>
              <a:gd name="csY121" fmla="*/ 32922 h 1789151"/>
              <a:gd name="csX122" fmla="*/ 2418197 w 5001740"/>
              <a:gd name="csY122" fmla="*/ 149037 h 1789151"/>
              <a:gd name="csX123" fmla="*/ 2360140 w 5001740"/>
              <a:gd name="csY123" fmla="*/ 134522 h 1789151"/>
              <a:gd name="csX124" fmla="*/ 2316597 w 5001740"/>
              <a:gd name="csY124" fmla="*/ 105494 h 1789151"/>
              <a:gd name="csX125" fmla="*/ 2273054 w 5001740"/>
              <a:gd name="csY125" fmla="*/ 90980 h 1789151"/>
              <a:gd name="csX126" fmla="*/ 2185969 w 5001740"/>
              <a:gd name="csY126" fmla="*/ 120008 h 1789151"/>
              <a:gd name="csX127" fmla="*/ 2142426 w 5001740"/>
              <a:gd name="csY127" fmla="*/ 134522 h 1789151"/>
              <a:gd name="csX128" fmla="*/ 2069854 w 5001740"/>
              <a:gd name="csY128" fmla="*/ 61951 h 1789151"/>
              <a:gd name="csX129" fmla="*/ 2026311 w 5001740"/>
              <a:gd name="csY129" fmla="*/ 76465 h 1789151"/>
              <a:gd name="csX130" fmla="*/ 1982769 w 5001740"/>
              <a:gd name="csY130" fmla="*/ 120008 h 1789151"/>
              <a:gd name="csX131" fmla="*/ 1852140 w 5001740"/>
              <a:gd name="csY131" fmla="*/ 120008 h 1789151"/>
              <a:gd name="csX132" fmla="*/ 1837626 w 5001740"/>
              <a:gd name="csY132" fmla="*/ 76465 h 1789151"/>
              <a:gd name="csX133" fmla="*/ 1750540 w 5001740"/>
              <a:gd name="csY133" fmla="*/ 47437 h 1789151"/>
              <a:gd name="csX134" fmla="*/ 1706997 w 5001740"/>
              <a:gd name="csY134" fmla="*/ 61951 h 1789151"/>
              <a:gd name="csX135" fmla="*/ 1677969 w 5001740"/>
              <a:gd name="csY135" fmla="*/ 105494 h 1789151"/>
              <a:gd name="csX136" fmla="*/ 1634426 w 5001740"/>
              <a:gd name="csY136" fmla="*/ 90980 h 1789151"/>
              <a:gd name="csX137" fmla="*/ 1619911 w 5001740"/>
              <a:gd name="csY137" fmla="*/ 47437 h 1789151"/>
              <a:gd name="csX138" fmla="*/ 1474769 w 5001740"/>
              <a:gd name="csY138" fmla="*/ 47437 h 1789151"/>
              <a:gd name="csX139" fmla="*/ 1445740 w 5001740"/>
              <a:gd name="csY139" fmla="*/ 90980 h 1789151"/>
              <a:gd name="csX140" fmla="*/ 1373169 w 5001740"/>
              <a:gd name="csY140" fmla="*/ 32922 h 1789151"/>
              <a:gd name="csX141" fmla="*/ 1257054 w 5001740"/>
              <a:gd name="csY141" fmla="*/ 47437 h 1789151"/>
              <a:gd name="csX142" fmla="*/ 1169969 w 5001740"/>
              <a:gd name="csY142" fmla="*/ 105494 h 1789151"/>
              <a:gd name="csX143" fmla="*/ 1140940 w 5001740"/>
              <a:gd name="csY143" fmla="*/ 149037 h 1789151"/>
              <a:gd name="csX144" fmla="*/ 1082883 w 5001740"/>
              <a:gd name="csY144" fmla="*/ 76465 h 1789151"/>
              <a:gd name="csX145" fmla="*/ 995797 w 5001740"/>
              <a:gd name="csY145" fmla="*/ 207094 h 1789151"/>
              <a:gd name="csX146" fmla="*/ 966769 w 5001740"/>
              <a:gd name="csY146" fmla="*/ 250637 h 1789151"/>
              <a:gd name="csX147" fmla="*/ 923226 w 5001740"/>
              <a:gd name="csY147" fmla="*/ 221608 h 1789151"/>
              <a:gd name="csX148" fmla="*/ 894197 w 5001740"/>
              <a:gd name="csY148" fmla="*/ 178065 h 1789151"/>
              <a:gd name="csX149" fmla="*/ 821626 w 5001740"/>
              <a:gd name="csY149" fmla="*/ 192580 h 1789151"/>
              <a:gd name="csX150" fmla="*/ 778083 w 5001740"/>
              <a:gd name="csY150" fmla="*/ 236122 h 1789151"/>
              <a:gd name="csX151" fmla="*/ 749054 w 5001740"/>
              <a:gd name="csY151" fmla="*/ 323208 h 1789151"/>
              <a:gd name="csX152" fmla="*/ 661969 w 5001740"/>
              <a:gd name="csY152" fmla="*/ 308694 h 1789151"/>
              <a:gd name="csX153" fmla="*/ 487797 w 5001740"/>
              <a:gd name="csY153" fmla="*/ 279665 h 1789151"/>
              <a:gd name="csX154" fmla="*/ 429740 w 5001740"/>
              <a:gd name="csY154" fmla="*/ 250637 h 1789151"/>
              <a:gd name="csX155" fmla="*/ 444254 w 5001740"/>
              <a:gd name="csY155" fmla="*/ 381265 h 1789151"/>
              <a:gd name="csX156" fmla="*/ 458769 w 5001740"/>
              <a:gd name="csY156" fmla="*/ 424808 h 1789151"/>
              <a:gd name="csX157" fmla="*/ 313626 w 5001740"/>
              <a:gd name="csY157" fmla="*/ 439322 h 1789151"/>
              <a:gd name="csX158" fmla="*/ 299111 w 5001740"/>
              <a:gd name="csY158" fmla="*/ 482865 h 1789151"/>
              <a:gd name="csX159" fmla="*/ 342654 w 5001740"/>
              <a:gd name="csY159" fmla="*/ 511894 h 1789151"/>
              <a:gd name="csX160" fmla="*/ 371683 w 5001740"/>
              <a:gd name="csY160" fmla="*/ 555437 h 1789151"/>
              <a:gd name="csX161" fmla="*/ 357169 w 5001740"/>
              <a:gd name="csY161" fmla="*/ 598980 h 1789151"/>
              <a:gd name="csX162" fmla="*/ 241054 w 5001740"/>
              <a:gd name="csY162" fmla="*/ 613494 h 1789151"/>
              <a:gd name="csX163" fmla="*/ 168483 w 5001740"/>
              <a:gd name="csY163" fmla="*/ 628008 h 1789151"/>
              <a:gd name="csX164" fmla="*/ 182997 w 5001740"/>
              <a:gd name="csY164" fmla="*/ 686065 h 1789151"/>
              <a:gd name="csX165" fmla="*/ 212026 w 5001740"/>
              <a:gd name="csY165" fmla="*/ 744122 h 1789151"/>
              <a:gd name="csX166" fmla="*/ 226540 w 5001740"/>
              <a:gd name="csY166" fmla="*/ 787665 h 1789151"/>
              <a:gd name="csX167" fmla="*/ 8826 w 5001740"/>
              <a:gd name="csY167" fmla="*/ 802180 h 1789151"/>
              <a:gd name="csX168" fmla="*/ 23340 w 5001740"/>
              <a:gd name="csY168" fmla="*/ 874751 h 1789151"/>
              <a:gd name="csX169" fmla="*/ 95911 w 5001740"/>
              <a:gd name="csY169" fmla="*/ 976351 h 17891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</a:cxnLst>
            <a:rect l="l" t="t" r="r" b="b"/>
            <a:pathLst>
              <a:path w="5001740" h="1789151">
                <a:moveTo>
                  <a:pt x="95911" y="976351"/>
                </a:moveTo>
                <a:cubicBezTo>
                  <a:pt x="105587" y="1010218"/>
                  <a:pt x="89089" y="1044617"/>
                  <a:pt x="81397" y="1077951"/>
                </a:cubicBezTo>
                <a:cubicBezTo>
                  <a:pt x="74517" y="1107766"/>
                  <a:pt x="52369" y="1165037"/>
                  <a:pt x="52369" y="1165037"/>
                </a:cubicBezTo>
                <a:cubicBezTo>
                  <a:pt x="66883" y="1169875"/>
                  <a:pt x="80909" y="1176551"/>
                  <a:pt x="95911" y="1179551"/>
                </a:cubicBezTo>
                <a:cubicBezTo>
                  <a:pt x="129457" y="1186260"/>
                  <a:pt x="169046" y="1175089"/>
                  <a:pt x="197511" y="1194065"/>
                </a:cubicBezTo>
                <a:cubicBezTo>
                  <a:pt x="210241" y="1202552"/>
                  <a:pt x="187835" y="1223094"/>
                  <a:pt x="182997" y="1237608"/>
                </a:cubicBezTo>
                <a:cubicBezTo>
                  <a:pt x="213215" y="1358484"/>
                  <a:pt x="165507" y="1244350"/>
                  <a:pt x="313626" y="1310180"/>
                </a:cubicBezTo>
                <a:cubicBezTo>
                  <a:pt x="327607" y="1316394"/>
                  <a:pt x="324429" y="1338880"/>
                  <a:pt x="328140" y="1353722"/>
                </a:cubicBezTo>
                <a:cubicBezTo>
                  <a:pt x="334123" y="1377655"/>
                  <a:pt x="337302" y="1402212"/>
                  <a:pt x="342654" y="1426294"/>
                </a:cubicBezTo>
                <a:cubicBezTo>
                  <a:pt x="346981" y="1445767"/>
                  <a:pt x="352331" y="1464999"/>
                  <a:pt x="357169" y="1484351"/>
                </a:cubicBezTo>
                <a:cubicBezTo>
                  <a:pt x="371683" y="1474675"/>
                  <a:pt x="383402" y="1457486"/>
                  <a:pt x="400711" y="1455322"/>
                </a:cubicBezTo>
                <a:cubicBezTo>
                  <a:pt x="560899" y="1435299"/>
                  <a:pt x="384072" y="1507830"/>
                  <a:pt x="531340" y="1556922"/>
                </a:cubicBezTo>
                <a:lnTo>
                  <a:pt x="574883" y="1571437"/>
                </a:lnTo>
                <a:cubicBezTo>
                  <a:pt x="726777" y="1520805"/>
                  <a:pt x="624636" y="1522693"/>
                  <a:pt x="676483" y="1600465"/>
                </a:cubicBezTo>
                <a:cubicBezTo>
                  <a:pt x="686159" y="1614979"/>
                  <a:pt x="705512" y="1619818"/>
                  <a:pt x="720026" y="1629494"/>
                </a:cubicBezTo>
                <a:cubicBezTo>
                  <a:pt x="835030" y="1591159"/>
                  <a:pt x="776929" y="1595434"/>
                  <a:pt x="894197" y="1614980"/>
                </a:cubicBezTo>
                <a:cubicBezTo>
                  <a:pt x="903873" y="1629494"/>
                  <a:pt x="905917" y="1656358"/>
                  <a:pt x="923226" y="1658522"/>
                </a:cubicBezTo>
                <a:cubicBezTo>
                  <a:pt x="953588" y="1662317"/>
                  <a:pt x="1010311" y="1629494"/>
                  <a:pt x="1010311" y="1629494"/>
                </a:cubicBezTo>
                <a:cubicBezTo>
                  <a:pt x="1024825" y="1634332"/>
                  <a:pt x="1040480" y="1636578"/>
                  <a:pt x="1053854" y="1644008"/>
                </a:cubicBezTo>
                <a:cubicBezTo>
                  <a:pt x="1084352" y="1660951"/>
                  <a:pt x="1140940" y="1702065"/>
                  <a:pt x="1140940" y="1702065"/>
                </a:cubicBezTo>
                <a:cubicBezTo>
                  <a:pt x="1155454" y="1692389"/>
                  <a:pt x="1171082" y="1684204"/>
                  <a:pt x="1184483" y="1673037"/>
                </a:cubicBezTo>
                <a:cubicBezTo>
                  <a:pt x="1200252" y="1659896"/>
                  <a:pt x="1208113" y="1634472"/>
                  <a:pt x="1228026" y="1629494"/>
                </a:cubicBezTo>
                <a:cubicBezTo>
                  <a:pt x="1251959" y="1623511"/>
                  <a:pt x="1276407" y="1639170"/>
                  <a:pt x="1300597" y="1644008"/>
                </a:cubicBezTo>
                <a:cubicBezTo>
                  <a:pt x="1310273" y="1658522"/>
                  <a:pt x="1317291" y="1675216"/>
                  <a:pt x="1329626" y="1687551"/>
                </a:cubicBezTo>
                <a:cubicBezTo>
                  <a:pt x="1357763" y="1715688"/>
                  <a:pt x="1381296" y="1719289"/>
                  <a:pt x="1416711" y="1731094"/>
                </a:cubicBezTo>
                <a:cubicBezTo>
                  <a:pt x="1428005" y="1719800"/>
                  <a:pt x="1481064" y="1661048"/>
                  <a:pt x="1503797" y="1658522"/>
                </a:cubicBezTo>
                <a:cubicBezTo>
                  <a:pt x="1533046" y="1655272"/>
                  <a:pt x="1561854" y="1668199"/>
                  <a:pt x="1590883" y="1673037"/>
                </a:cubicBezTo>
                <a:cubicBezTo>
                  <a:pt x="1602603" y="1684757"/>
                  <a:pt x="1654874" y="1742721"/>
                  <a:pt x="1677969" y="1745608"/>
                </a:cubicBezTo>
                <a:cubicBezTo>
                  <a:pt x="1702448" y="1748668"/>
                  <a:pt x="1726350" y="1735932"/>
                  <a:pt x="1750540" y="1731094"/>
                </a:cubicBezTo>
                <a:cubicBezTo>
                  <a:pt x="1760216" y="1716580"/>
                  <a:pt x="1765947" y="1698448"/>
                  <a:pt x="1779569" y="1687551"/>
                </a:cubicBezTo>
                <a:cubicBezTo>
                  <a:pt x="1816531" y="1657981"/>
                  <a:pt x="1874381" y="1681582"/>
                  <a:pt x="1910197" y="1687551"/>
                </a:cubicBezTo>
                <a:cubicBezTo>
                  <a:pt x="1939226" y="1706903"/>
                  <a:pt x="1968254" y="1764960"/>
                  <a:pt x="1997283" y="1745608"/>
                </a:cubicBezTo>
                <a:cubicBezTo>
                  <a:pt x="2097099" y="1679065"/>
                  <a:pt x="2051271" y="1698584"/>
                  <a:pt x="2127911" y="1673037"/>
                </a:cubicBezTo>
                <a:cubicBezTo>
                  <a:pt x="2165350" y="1678385"/>
                  <a:pt x="2232523" y="1681800"/>
                  <a:pt x="2273054" y="1702065"/>
                </a:cubicBezTo>
                <a:cubicBezTo>
                  <a:pt x="2288656" y="1709866"/>
                  <a:pt x="2302083" y="1721418"/>
                  <a:pt x="2316597" y="1731094"/>
                </a:cubicBezTo>
                <a:cubicBezTo>
                  <a:pt x="2420232" y="1696549"/>
                  <a:pt x="2378223" y="1685092"/>
                  <a:pt x="2447226" y="1731094"/>
                </a:cubicBezTo>
                <a:cubicBezTo>
                  <a:pt x="2456902" y="1745608"/>
                  <a:pt x="2460058" y="1768159"/>
                  <a:pt x="2476254" y="1774637"/>
                </a:cubicBezTo>
                <a:cubicBezTo>
                  <a:pt x="2490459" y="1780319"/>
                  <a:pt x="2506113" y="1766964"/>
                  <a:pt x="2519797" y="1760122"/>
                </a:cubicBezTo>
                <a:cubicBezTo>
                  <a:pt x="2632335" y="1703853"/>
                  <a:pt x="2497443" y="1753059"/>
                  <a:pt x="2606883" y="1716580"/>
                </a:cubicBezTo>
                <a:cubicBezTo>
                  <a:pt x="2621397" y="1721418"/>
                  <a:pt x="2637052" y="1723664"/>
                  <a:pt x="2650426" y="1731094"/>
                </a:cubicBezTo>
                <a:cubicBezTo>
                  <a:pt x="2680923" y="1748037"/>
                  <a:pt x="2737511" y="1789151"/>
                  <a:pt x="2737511" y="1789151"/>
                </a:cubicBezTo>
                <a:cubicBezTo>
                  <a:pt x="2752025" y="1784313"/>
                  <a:pt x="2767680" y="1782067"/>
                  <a:pt x="2781054" y="1774637"/>
                </a:cubicBezTo>
                <a:cubicBezTo>
                  <a:pt x="2930783" y="1691455"/>
                  <a:pt x="2813154" y="1734910"/>
                  <a:pt x="2911683" y="1702065"/>
                </a:cubicBezTo>
                <a:cubicBezTo>
                  <a:pt x="2933699" y="1716743"/>
                  <a:pt x="2968722" y="1745608"/>
                  <a:pt x="2998769" y="1745608"/>
                </a:cubicBezTo>
                <a:cubicBezTo>
                  <a:pt x="3018717" y="1745608"/>
                  <a:pt x="3037474" y="1735932"/>
                  <a:pt x="3056826" y="1731094"/>
                </a:cubicBezTo>
                <a:cubicBezTo>
                  <a:pt x="3085854" y="1711742"/>
                  <a:pt x="3114883" y="1653685"/>
                  <a:pt x="3143911" y="1673037"/>
                </a:cubicBezTo>
                <a:lnTo>
                  <a:pt x="3230997" y="1731094"/>
                </a:lnTo>
                <a:lnTo>
                  <a:pt x="3274540" y="1760122"/>
                </a:lnTo>
                <a:cubicBezTo>
                  <a:pt x="3307984" y="1754548"/>
                  <a:pt x="3369440" y="1748959"/>
                  <a:pt x="3405169" y="1731094"/>
                </a:cubicBezTo>
                <a:cubicBezTo>
                  <a:pt x="3420771" y="1723293"/>
                  <a:pt x="3434197" y="1711741"/>
                  <a:pt x="3448711" y="1702065"/>
                </a:cubicBezTo>
                <a:cubicBezTo>
                  <a:pt x="3468064" y="1706903"/>
                  <a:pt x="3488434" y="1708722"/>
                  <a:pt x="3506769" y="1716580"/>
                </a:cubicBezTo>
                <a:cubicBezTo>
                  <a:pt x="3522802" y="1723451"/>
                  <a:pt x="3532974" y="1743682"/>
                  <a:pt x="3550311" y="1745608"/>
                </a:cubicBezTo>
                <a:cubicBezTo>
                  <a:pt x="3579560" y="1748858"/>
                  <a:pt x="3608368" y="1735932"/>
                  <a:pt x="3637397" y="1731094"/>
                </a:cubicBezTo>
                <a:cubicBezTo>
                  <a:pt x="3654519" y="1719679"/>
                  <a:pt x="3698729" y="1684689"/>
                  <a:pt x="3724483" y="1687551"/>
                </a:cubicBezTo>
                <a:cubicBezTo>
                  <a:pt x="3754895" y="1690930"/>
                  <a:pt x="3811569" y="1716580"/>
                  <a:pt x="3811569" y="1716580"/>
                </a:cubicBezTo>
                <a:cubicBezTo>
                  <a:pt x="3845436" y="1711742"/>
                  <a:pt x="3880401" y="1711895"/>
                  <a:pt x="3913169" y="1702065"/>
                </a:cubicBezTo>
                <a:cubicBezTo>
                  <a:pt x="3929877" y="1697053"/>
                  <a:pt x="3939533" y="1676068"/>
                  <a:pt x="3956711" y="1673037"/>
                </a:cubicBezTo>
                <a:cubicBezTo>
                  <a:pt x="4023584" y="1661236"/>
                  <a:pt x="4092178" y="1663360"/>
                  <a:pt x="4159911" y="1658522"/>
                </a:cubicBezTo>
                <a:cubicBezTo>
                  <a:pt x="4164749" y="1644008"/>
                  <a:pt x="4163608" y="1625798"/>
                  <a:pt x="4174426" y="1614980"/>
                </a:cubicBezTo>
                <a:cubicBezTo>
                  <a:pt x="4210482" y="1578924"/>
                  <a:pt x="4232643" y="1610248"/>
                  <a:pt x="4261511" y="1629494"/>
                </a:cubicBezTo>
                <a:cubicBezTo>
                  <a:pt x="4266349" y="1644008"/>
                  <a:pt x="4266468" y="1661090"/>
                  <a:pt x="4276026" y="1673037"/>
                </a:cubicBezTo>
                <a:cubicBezTo>
                  <a:pt x="4296488" y="1698613"/>
                  <a:pt x="4334429" y="1707019"/>
                  <a:pt x="4363111" y="1716580"/>
                </a:cubicBezTo>
                <a:cubicBezTo>
                  <a:pt x="4460874" y="1618817"/>
                  <a:pt x="4362691" y="1731934"/>
                  <a:pt x="4421169" y="1614980"/>
                </a:cubicBezTo>
                <a:cubicBezTo>
                  <a:pt x="4436771" y="1583775"/>
                  <a:pt x="4479226" y="1527894"/>
                  <a:pt x="4479226" y="1527894"/>
                </a:cubicBezTo>
                <a:cubicBezTo>
                  <a:pt x="4537283" y="1532732"/>
                  <a:pt x="4595268" y="1546283"/>
                  <a:pt x="4653397" y="1542408"/>
                </a:cubicBezTo>
                <a:cubicBezTo>
                  <a:pt x="4729984" y="1537302"/>
                  <a:pt x="4678121" y="1458193"/>
                  <a:pt x="4725969" y="1426294"/>
                </a:cubicBezTo>
                <a:cubicBezTo>
                  <a:pt x="4825784" y="1359750"/>
                  <a:pt x="4779957" y="1379270"/>
                  <a:pt x="4856597" y="1353722"/>
                </a:cubicBezTo>
                <a:cubicBezTo>
                  <a:pt x="4893078" y="1244278"/>
                  <a:pt x="4860840" y="1379182"/>
                  <a:pt x="4842083" y="1266637"/>
                </a:cubicBezTo>
                <a:cubicBezTo>
                  <a:pt x="4839568" y="1251546"/>
                  <a:pt x="4849755" y="1236778"/>
                  <a:pt x="4856597" y="1223094"/>
                </a:cubicBezTo>
                <a:cubicBezTo>
                  <a:pt x="4864398" y="1207492"/>
                  <a:pt x="4875487" y="1193746"/>
                  <a:pt x="4885626" y="1179551"/>
                </a:cubicBezTo>
                <a:cubicBezTo>
                  <a:pt x="4975623" y="1053556"/>
                  <a:pt x="4889799" y="1180550"/>
                  <a:pt x="4958197" y="1077951"/>
                </a:cubicBezTo>
                <a:cubicBezTo>
                  <a:pt x="4948521" y="1063437"/>
                  <a:pt x="4930507" y="1051801"/>
                  <a:pt x="4929169" y="1034408"/>
                </a:cubicBezTo>
                <a:cubicBezTo>
                  <a:pt x="4917424" y="881720"/>
                  <a:pt x="4934582" y="926531"/>
                  <a:pt x="4972711" y="831208"/>
                </a:cubicBezTo>
                <a:cubicBezTo>
                  <a:pt x="4984075" y="802798"/>
                  <a:pt x="5001740" y="744122"/>
                  <a:pt x="5001740" y="744122"/>
                </a:cubicBezTo>
                <a:cubicBezTo>
                  <a:pt x="4987226" y="734446"/>
                  <a:pt x="4973799" y="722895"/>
                  <a:pt x="4958197" y="715094"/>
                </a:cubicBezTo>
                <a:cubicBezTo>
                  <a:pt x="4944513" y="708252"/>
                  <a:pt x="4926601" y="710137"/>
                  <a:pt x="4914654" y="700580"/>
                </a:cubicBezTo>
                <a:cubicBezTo>
                  <a:pt x="4901033" y="689683"/>
                  <a:pt x="4895302" y="671551"/>
                  <a:pt x="4885626" y="657037"/>
                </a:cubicBezTo>
                <a:cubicBezTo>
                  <a:pt x="4895302" y="642523"/>
                  <a:pt x="4906853" y="629096"/>
                  <a:pt x="4914654" y="613494"/>
                </a:cubicBezTo>
                <a:cubicBezTo>
                  <a:pt x="4929541" y="583720"/>
                  <a:pt x="4938474" y="556182"/>
                  <a:pt x="4914654" y="526408"/>
                </a:cubicBezTo>
                <a:cubicBezTo>
                  <a:pt x="4903757" y="512787"/>
                  <a:pt x="4885625" y="507056"/>
                  <a:pt x="4871111" y="497380"/>
                </a:cubicBezTo>
                <a:cubicBezTo>
                  <a:pt x="4861435" y="482866"/>
                  <a:pt x="4842083" y="471281"/>
                  <a:pt x="4842083" y="453837"/>
                </a:cubicBezTo>
                <a:cubicBezTo>
                  <a:pt x="4842083" y="435421"/>
                  <a:pt x="4888802" y="369244"/>
                  <a:pt x="4900140" y="352237"/>
                </a:cubicBezTo>
                <a:cubicBezTo>
                  <a:pt x="4895302" y="332885"/>
                  <a:pt x="4897220" y="310412"/>
                  <a:pt x="4885626" y="294180"/>
                </a:cubicBezTo>
                <a:cubicBezTo>
                  <a:pt x="4871566" y="274495"/>
                  <a:pt x="4849206" y="261455"/>
                  <a:pt x="4827569" y="250637"/>
                </a:cubicBezTo>
                <a:cubicBezTo>
                  <a:pt x="4770065" y="221885"/>
                  <a:pt x="4715363" y="217421"/>
                  <a:pt x="4653397" y="207094"/>
                </a:cubicBezTo>
                <a:cubicBezTo>
                  <a:pt x="4648559" y="192580"/>
                  <a:pt x="4648440" y="175498"/>
                  <a:pt x="4638883" y="163551"/>
                </a:cubicBezTo>
                <a:cubicBezTo>
                  <a:pt x="4627986" y="149929"/>
                  <a:pt x="4609535" y="144661"/>
                  <a:pt x="4595340" y="134522"/>
                </a:cubicBezTo>
                <a:cubicBezTo>
                  <a:pt x="4518454" y="79604"/>
                  <a:pt x="4564399" y="100019"/>
                  <a:pt x="4493740" y="76465"/>
                </a:cubicBezTo>
                <a:cubicBezTo>
                  <a:pt x="4488902" y="95817"/>
                  <a:pt x="4489123" y="117202"/>
                  <a:pt x="4479226" y="134522"/>
                </a:cubicBezTo>
                <a:cubicBezTo>
                  <a:pt x="4453645" y="179290"/>
                  <a:pt x="4433705" y="178725"/>
                  <a:pt x="4392140" y="192580"/>
                </a:cubicBezTo>
                <a:cubicBezTo>
                  <a:pt x="4247754" y="163701"/>
                  <a:pt x="4362605" y="208516"/>
                  <a:pt x="4305054" y="134522"/>
                </a:cubicBezTo>
                <a:cubicBezTo>
                  <a:pt x="4279850" y="102117"/>
                  <a:pt x="4217969" y="47437"/>
                  <a:pt x="4217969" y="47437"/>
                </a:cubicBezTo>
                <a:cubicBezTo>
                  <a:pt x="4213131" y="66789"/>
                  <a:pt x="4208934" y="86314"/>
                  <a:pt x="4203454" y="105494"/>
                </a:cubicBezTo>
                <a:cubicBezTo>
                  <a:pt x="4199251" y="120205"/>
                  <a:pt x="4203875" y="145718"/>
                  <a:pt x="4188940" y="149037"/>
                </a:cubicBezTo>
                <a:cubicBezTo>
                  <a:pt x="4150863" y="157498"/>
                  <a:pt x="4111531" y="139360"/>
                  <a:pt x="4072826" y="134522"/>
                </a:cubicBezTo>
                <a:cubicBezTo>
                  <a:pt x="3922207" y="34112"/>
                  <a:pt x="4147566" y="194749"/>
                  <a:pt x="4000254" y="47437"/>
                </a:cubicBezTo>
                <a:cubicBezTo>
                  <a:pt x="3989436" y="36619"/>
                  <a:pt x="3971225" y="37760"/>
                  <a:pt x="3956711" y="32922"/>
                </a:cubicBezTo>
                <a:cubicBezTo>
                  <a:pt x="3942197" y="42598"/>
                  <a:pt x="3926570" y="50784"/>
                  <a:pt x="3913169" y="61951"/>
                </a:cubicBezTo>
                <a:cubicBezTo>
                  <a:pt x="3897400" y="75092"/>
                  <a:pt x="3887569" y="95526"/>
                  <a:pt x="3869626" y="105494"/>
                </a:cubicBezTo>
                <a:cubicBezTo>
                  <a:pt x="3842878" y="120354"/>
                  <a:pt x="3811569" y="124846"/>
                  <a:pt x="3782540" y="134522"/>
                </a:cubicBezTo>
                <a:lnTo>
                  <a:pt x="3738997" y="149037"/>
                </a:lnTo>
                <a:cubicBezTo>
                  <a:pt x="3708750" y="138954"/>
                  <a:pt x="3661308" y="125420"/>
                  <a:pt x="3637397" y="105494"/>
                </a:cubicBezTo>
                <a:cubicBezTo>
                  <a:pt x="3549862" y="32548"/>
                  <a:pt x="3668789" y="82091"/>
                  <a:pt x="3564826" y="47437"/>
                </a:cubicBezTo>
                <a:cubicBezTo>
                  <a:pt x="3555150" y="66789"/>
                  <a:pt x="3543394" y="85235"/>
                  <a:pt x="3535797" y="105494"/>
                </a:cubicBezTo>
                <a:cubicBezTo>
                  <a:pt x="3528793" y="124172"/>
                  <a:pt x="3537241" y="151582"/>
                  <a:pt x="3521283" y="163551"/>
                </a:cubicBezTo>
                <a:cubicBezTo>
                  <a:pt x="3509043" y="172731"/>
                  <a:pt x="3492254" y="153875"/>
                  <a:pt x="3477740" y="149037"/>
                </a:cubicBezTo>
                <a:cubicBezTo>
                  <a:pt x="3463226" y="139361"/>
                  <a:pt x="3447598" y="131175"/>
                  <a:pt x="3434197" y="120008"/>
                </a:cubicBezTo>
                <a:cubicBezTo>
                  <a:pt x="3418428" y="106867"/>
                  <a:pt x="3407733" y="87851"/>
                  <a:pt x="3390654" y="76465"/>
                </a:cubicBezTo>
                <a:cubicBezTo>
                  <a:pt x="3377924" y="67978"/>
                  <a:pt x="3361625" y="66789"/>
                  <a:pt x="3347111" y="61951"/>
                </a:cubicBezTo>
                <a:cubicBezTo>
                  <a:pt x="3230999" y="100655"/>
                  <a:pt x="3366465" y="42599"/>
                  <a:pt x="3289054" y="120008"/>
                </a:cubicBezTo>
                <a:cubicBezTo>
                  <a:pt x="3278236" y="130826"/>
                  <a:pt x="3260025" y="129684"/>
                  <a:pt x="3245511" y="134522"/>
                </a:cubicBezTo>
                <a:cubicBezTo>
                  <a:pt x="3150510" y="102855"/>
                  <a:pt x="3243753" y="146837"/>
                  <a:pt x="3187454" y="76465"/>
                </a:cubicBezTo>
                <a:cubicBezTo>
                  <a:pt x="3176557" y="62844"/>
                  <a:pt x="3158425" y="57113"/>
                  <a:pt x="3143911" y="47437"/>
                </a:cubicBezTo>
                <a:cubicBezTo>
                  <a:pt x="3108496" y="59242"/>
                  <a:pt x="3084963" y="62843"/>
                  <a:pt x="3056826" y="90980"/>
                </a:cubicBezTo>
                <a:cubicBezTo>
                  <a:pt x="3039721" y="108085"/>
                  <a:pt x="3027797" y="129685"/>
                  <a:pt x="3013283" y="149037"/>
                </a:cubicBezTo>
                <a:cubicBezTo>
                  <a:pt x="2995215" y="121935"/>
                  <a:pt x="2970293" y="78386"/>
                  <a:pt x="2940711" y="61951"/>
                </a:cubicBezTo>
                <a:cubicBezTo>
                  <a:pt x="2911796" y="45887"/>
                  <a:pt x="2833051" y="27778"/>
                  <a:pt x="2795569" y="18408"/>
                </a:cubicBezTo>
                <a:cubicBezTo>
                  <a:pt x="2781055" y="23246"/>
                  <a:pt x="2763973" y="23365"/>
                  <a:pt x="2752026" y="32922"/>
                </a:cubicBezTo>
                <a:cubicBezTo>
                  <a:pt x="2738404" y="43819"/>
                  <a:pt x="2739193" y="69986"/>
                  <a:pt x="2722997" y="76465"/>
                </a:cubicBezTo>
                <a:cubicBezTo>
                  <a:pt x="2708792" y="82147"/>
                  <a:pt x="2693968" y="66789"/>
                  <a:pt x="2679454" y="61951"/>
                </a:cubicBezTo>
                <a:cubicBezTo>
                  <a:pt x="2650426" y="42599"/>
                  <a:pt x="2621398" y="-15458"/>
                  <a:pt x="2592369" y="3894"/>
                </a:cubicBezTo>
                <a:cubicBezTo>
                  <a:pt x="2577855" y="13570"/>
                  <a:pt x="2561864" y="21333"/>
                  <a:pt x="2548826" y="32922"/>
                </a:cubicBezTo>
                <a:cubicBezTo>
                  <a:pt x="2399690" y="165487"/>
                  <a:pt x="2517023" y="83152"/>
                  <a:pt x="2418197" y="149037"/>
                </a:cubicBezTo>
                <a:cubicBezTo>
                  <a:pt x="2398845" y="144199"/>
                  <a:pt x="2378475" y="142380"/>
                  <a:pt x="2360140" y="134522"/>
                </a:cubicBezTo>
                <a:cubicBezTo>
                  <a:pt x="2344107" y="127650"/>
                  <a:pt x="2332199" y="113295"/>
                  <a:pt x="2316597" y="105494"/>
                </a:cubicBezTo>
                <a:cubicBezTo>
                  <a:pt x="2302913" y="98652"/>
                  <a:pt x="2287568" y="95818"/>
                  <a:pt x="2273054" y="90980"/>
                </a:cubicBezTo>
                <a:lnTo>
                  <a:pt x="2185969" y="120008"/>
                </a:lnTo>
                <a:lnTo>
                  <a:pt x="2142426" y="134522"/>
                </a:lnTo>
                <a:cubicBezTo>
                  <a:pt x="2125493" y="109123"/>
                  <a:pt x="2106139" y="67999"/>
                  <a:pt x="2069854" y="61951"/>
                </a:cubicBezTo>
                <a:cubicBezTo>
                  <a:pt x="2054763" y="59436"/>
                  <a:pt x="2040825" y="71627"/>
                  <a:pt x="2026311" y="76465"/>
                </a:cubicBezTo>
                <a:cubicBezTo>
                  <a:pt x="2011797" y="90979"/>
                  <a:pt x="2000591" y="109824"/>
                  <a:pt x="1982769" y="120008"/>
                </a:cubicBezTo>
                <a:cubicBezTo>
                  <a:pt x="1934942" y="147338"/>
                  <a:pt x="1902022" y="129984"/>
                  <a:pt x="1852140" y="120008"/>
                </a:cubicBezTo>
                <a:cubicBezTo>
                  <a:pt x="1847302" y="105494"/>
                  <a:pt x="1850076" y="85358"/>
                  <a:pt x="1837626" y="76465"/>
                </a:cubicBezTo>
                <a:cubicBezTo>
                  <a:pt x="1812727" y="58680"/>
                  <a:pt x="1750540" y="47437"/>
                  <a:pt x="1750540" y="47437"/>
                </a:cubicBezTo>
                <a:cubicBezTo>
                  <a:pt x="1736026" y="52275"/>
                  <a:pt x="1718944" y="52394"/>
                  <a:pt x="1706997" y="61951"/>
                </a:cubicBezTo>
                <a:cubicBezTo>
                  <a:pt x="1693376" y="72848"/>
                  <a:pt x="1694165" y="99015"/>
                  <a:pt x="1677969" y="105494"/>
                </a:cubicBezTo>
                <a:cubicBezTo>
                  <a:pt x="1663764" y="111176"/>
                  <a:pt x="1648940" y="95818"/>
                  <a:pt x="1634426" y="90980"/>
                </a:cubicBezTo>
                <a:cubicBezTo>
                  <a:pt x="1629588" y="76466"/>
                  <a:pt x="1630729" y="58255"/>
                  <a:pt x="1619911" y="47437"/>
                </a:cubicBezTo>
                <a:cubicBezTo>
                  <a:pt x="1588244" y="15770"/>
                  <a:pt x="1492388" y="44920"/>
                  <a:pt x="1474769" y="47437"/>
                </a:cubicBezTo>
                <a:cubicBezTo>
                  <a:pt x="1465093" y="61951"/>
                  <a:pt x="1461937" y="84502"/>
                  <a:pt x="1445740" y="90980"/>
                </a:cubicBezTo>
                <a:cubicBezTo>
                  <a:pt x="1408841" y="105739"/>
                  <a:pt x="1384240" y="49528"/>
                  <a:pt x="1373169" y="32922"/>
                </a:cubicBezTo>
                <a:cubicBezTo>
                  <a:pt x="1334464" y="37760"/>
                  <a:pt x="1293788" y="34318"/>
                  <a:pt x="1257054" y="47437"/>
                </a:cubicBezTo>
                <a:cubicBezTo>
                  <a:pt x="1224199" y="59171"/>
                  <a:pt x="1169969" y="105494"/>
                  <a:pt x="1169969" y="105494"/>
                </a:cubicBezTo>
                <a:cubicBezTo>
                  <a:pt x="1160293" y="120008"/>
                  <a:pt x="1158045" y="145616"/>
                  <a:pt x="1140940" y="149037"/>
                </a:cubicBezTo>
                <a:cubicBezTo>
                  <a:pt x="1099907" y="157243"/>
                  <a:pt x="1089547" y="96456"/>
                  <a:pt x="1082883" y="76465"/>
                </a:cubicBezTo>
                <a:lnTo>
                  <a:pt x="995797" y="207094"/>
                </a:lnTo>
                <a:lnTo>
                  <a:pt x="966769" y="250637"/>
                </a:lnTo>
                <a:cubicBezTo>
                  <a:pt x="952255" y="240961"/>
                  <a:pt x="935561" y="233943"/>
                  <a:pt x="923226" y="221608"/>
                </a:cubicBezTo>
                <a:cubicBezTo>
                  <a:pt x="910891" y="209273"/>
                  <a:pt x="910970" y="182857"/>
                  <a:pt x="894197" y="178065"/>
                </a:cubicBezTo>
                <a:cubicBezTo>
                  <a:pt x="870477" y="171288"/>
                  <a:pt x="845816" y="187742"/>
                  <a:pt x="821626" y="192580"/>
                </a:cubicBezTo>
                <a:cubicBezTo>
                  <a:pt x="807112" y="207094"/>
                  <a:pt x="788051" y="218179"/>
                  <a:pt x="778083" y="236122"/>
                </a:cubicBezTo>
                <a:cubicBezTo>
                  <a:pt x="763223" y="262870"/>
                  <a:pt x="749054" y="323208"/>
                  <a:pt x="749054" y="323208"/>
                </a:cubicBezTo>
                <a:cubicBezTo>
                  <a:pt x="720026" y="318370"/>
                  <a:pt x="691102" y="312856"/>
                  <a:pt x="661969" y="308694"/>
                </a:cubicBezTo>
                <a:cubicBezTo>
                  <a:pt x="616567" y="302208"/>
                  <a:pt x="537410" y="298270"/>
                  <a:pt x="487797" y="279665"/>
                </a:cubicBezTo>
                <a:cubicBezTo>
                  <a:pt x="467538" y="272068"/>
                  <a:pt x="449092" y="260313"/>
                  <a:pt x="429740" y="250637"/>
                </a:cubicBezTo>
                <a:cubicBezTo>
                  <a:pt x="434578" y="294180"/>
                  <a:pt x="437051" y="338050"/>
                  <a:pt x="444254" y="381265"/>
                </a:cubicBezTo>
                <a:cubicBezTo>
                  <a:pt x="446769" y="396356"/>
                  <a:pt x="472750" y="418594"/>
                  <a:pt x="458769" y="424808"/>
                </a:cubicBezTo>
                <a:cubicBezTo>
                  <a:pt x="414337" y="444555"/>
                  <a:pt x="362007" y="434484"/>
                  <a:pt x="313626" y="439322"/>
                </a:cubicBezTo>
                <a:cubicBezTo>
                  <a:pt x="308788" y="453836"/>
                  <a:pt x="293429" y="468660"/>
                  <a:pt x="299111" y="482865"/>
                </a:cubicBezTo>
                <a:cubicBezTo>
                  <a:pt x="305589" y="499062"/>
                  <a:pt x="330319" y="499559"/>
                  <a:pt x="342654" y="511894"/>
                </a:cubicBezTo>
                <a:cubicBezTo>
                  <a:pt x="354989" y="524229"/>
                  <a:pt x="362007" y="540923"/>
                  <a:pt x="371683" y="555437"/>
                </a:cubicBezTo>
                <a:cubicBezTo>
                  <a:pt x="366845" y="569951"/>
                  <a:pt x="371150" y="592766"/>
                  <a:pt x="357169" y="598980"/>
                </a:cubicBezTo>
                <a:cubicBezTo>
                  <a:pt x="321525" y="614822"/>
                  <a:pt x="279607" y="607563"/>
                  <a:pt x="241054" y="613494"/>
                </a:cubicBezTo>
                <a:cubicBezTo>
                  <a:pt x="216671" y="617245"/>
                  <a:pt x="192673" y="623170"/>
                  <a:pt x="168483" y="628008"/>
                </a:cubicBezTo>
                <a:cubicBezTo>
                  <a:pt x="173321" y="647360"/>
                  <a:pt x="175993" y="667387"/>
                  <a:pt x="182997" y="686065"/>
                </a:cubicBezTo>
                <a:cubicBezTo>
                  <a:pt x="190594" y="706324"/>
                  <a:pt x="203503" y="724235"/>
                  <a:pt x="212026" y="744122"/>
                </a:cubicBezTo>
                <a:cubicBezTo>
                  <a:pt x="218053" y="758184"/>
                  <a:pt x="221702" y="773151"/>
                  <a:pt x="226540" y="787665"/>
                </a:cubicBezTo>
                <a:cubicBezTo>
                  <a:pt x="153969" y="792503"/>
                  <a:pt x="75678" y="773529"/>
                  <a:pt x="8826" y="802180"/>
                </a:cubicBezTo>
                <a:cubicBezTo>
                  <a:pt x="-13849" y="811898"/>
                  <a:pt x="13132" y="852293"/>
                  <a:pt x="23340" y="874751"/>
                </a:cubicBezTo>
                <a:cubicBezTo>
                  <a:pt x="37777" y="906512"/>
                  <a:pt x="86235" y="942484"/>
                  <a:pt x="95911" y="97635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44FC7978-7418-9FAC-9FFB-283A155A9662}"/>
              </a:ext>
            </a:extLst>
          </p:cNvPr>
          <p:cNvGrpSpPr/>
          <p:nvPr/>
        </p:nvGrpSpPr>
        <p:grpSpPr>
          <a:xfrm>
            <a:off x="1073684" y="2880829"/>
            <a:ext cx="4572000" cy="1627414"/>
            <a:chOff x="725341" y="2637065"/>
            <a:chExt cx="4572000" cy="1627414"/>
          </a:xfrm>
        </p:grpSpPr>
        <p:sp>
          <p:nvSpPr>
            <p:cNvPr id="10" name="Retângulo Arredondado 9">
              <a:extLst>
                <a:ext uri="{FF2B5EF4-FFF2-40B4-BE49-F238E27FC236}">
                  <a16:creationId xmlns:a16="http://schemas.microsoft.com/office/drawing/2014/main" id="{D3194835-8991-B8BB-6892-AA48F71C20BB}"/>
                </a:ext>
              </a:extLst>
            </p:cNvPr>
            <p:cNvSpPr/>
            <p:nvPr/>
          </p:nvSpPr>
          <p:spPr>
            <a:xfrm>
              <a:off x="725341" y="2637065"/>
              <a:ext cx="4572000" cy="1627414"/>
            </a:xfrm>
            <a:prstGeom prst="roundRect">
              <a:avLst>
                <a:gd name="adj" fmla="val 2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64F35283-576C-1670-D7C9-B8A2F33DB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453" t="9758" r="4119" b="6489"/>
            <a:stretch>
              <a:fillRect/>
            </a:stretch>
          </p:blipFill>
          <p:spPr>
            <a:xfrm>
              <a:off x="928914" y="2754084"/>
              <a:ext cx="4180116" cy="1510395"/>
            </a:xfrm>
            <a:prstGeom prst="rect">
              <a:avLst/>
            </a:prstGeom>
          </p:spPr>
        </p:pic>
      </p:grp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E97929DB-8FB1-A1C9-4066-4BEF5238D302}"/>
              </a:ext>
            </a:extLst>
          </p:cNvPr>
          <p:cNvSpPr>
            <a:spLocks/>
          </p:cNvSpPr>
          <p:nvPr/>
        </p:nvSpPr>
        <p:spPr>
          <a:xfrm>
            <a:off x="6727856" y="4508243"/>
            <a:ext cx="4716000" cy="1764000"/>
          </a:xfrm>
          <a:prstGeom prst="roundRect">
            <a:avLst>
              <a:gd name="adj" fmla="val 26667"/>
            </a:avLst>
          </a:prstGeom>
          <a:noFill/>
          <a:ln w="952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50A7BBD-BA2B-E1F4-72C3-10621535F3F9}"/>
              </a:ext>
            </a:extLst>
          </p:cNvPr>
          <p:cNvSpPr txBox="1"/>
          <p:nvPr/>
        </p:nvSpPr>
        <p:spPr>
          <a:xfrm>
            <a:off x="123856" y="4952485"/>
            <a:ext cx="6604000" cy="15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000" b="1" dirty="0"/>
              <a:t>﻿PRH 31</a:t>
            </a:r>
          </a:p>
          <a:p>
            <a:pPr algn="ctr">
              <a:lnSpc>
                <a:spcPct val="150000"/>
              </a:lnSpc>
            </a:pPr>
            <a:r>
              <a:rPr lang="pt-BR" dirty="0"/>
              <a:t>Programa Institucional da UFC para Formação de Recursos</a:t>
            </a:r>
          </a:p>
          <a:p>
            <a:pPr algn="ctr">
              <a:lnSpc>
                <a:spcPct val="150000"/>
              </a:lnSpc>
            </a:pPr>
            <a:r>
              <a:rPr lang="pt-BR" dirty="0"/>
              <a:t>Humanos em Engenharia e Ciências do Petróleo e Gás Natural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A8D4C6CF-217E-4EBA-5FC0-1B932BA061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3" t="9758" r="4119" b="6489"/>
          <a:stretch>
            <a:fillRect/>
          </a:stretch>
        </p:blipFill>
        <p:spPr>
          <a:xfrm>
            <a:off x="7590969" y="0"/>
            <a:ext cx="4180116" cy="151039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C7C51CF3-F0F2-A0B7-FF4F-70470EC72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028" y="4508243"/>
            <a:ext cx="3543300" cy="1816100"/>
          </a:xfrm>
          <a:prstGeom prst="roundRect">
            <a:avLst>
              <a:gd name="adj" fmla="val 10273"/>
            </a:avLst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1028" name="Picture 4" descr="Jorge LUCAS JUNIOR | Researcher | Chemical Engineer, Civil Engineer, Dr.  Eng. | Federal University of Ceará, Fortaleza | UFC | Departamento de  Engenharia de Transportes | Research profile">
            <a:extLst>
              <a:ext uri="{FF2B5EF4-FFF2-40B4-BE49-F238E27FC236}">
                <a16:creationId xmlns:a16="http://schemas.microsoft.com/office/drawing/2014/main" id="{CBA2F9D7-110F-C3AB-71A6-266FFD2181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9" r="4180"/>
          <a:stretch>
            <a:fillRect/>
          </a:stretch>
        </p:blipFill>
        <p:spPr bwMode="auto">
          <a:xfrm>
            <a:off x="4194629" y="177800"/>
            <a:ext cx="4880756" cy="650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35EE524C-6F93-313A-0814-3E5269DF6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2406"/>
            <a:ext cx="2222500" cy="19812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22899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5FC70C68-5043-FAD3-5B74-99DF836162D0}"/>
              </a:ext>
            </a:extLst>
          </p:cNvPr>
          <p:cNvGrpSpPr/>
          <p:nvPr/>
        </p:nvGrpSpPr>
        <p:grpSpPr>
          <a:xfrm>
            <a:off x="638628" y="746697"/>
            <a:ext cx="2946402" cy="1338190"/>
            <a:chOff x="3860800" y="2372297"/>
            <a:chExt cx="2946402" cy="1338190"/>
          </a:xfrm>
        </p:grpSpPr>
        <p:sp>
          <p:nvSpPr>
            <p:cNvPr id="4" name="Retângulo Arredondado 3">
              <a:extLst>
                <a:ext uri="{FF2B5EF4-FFF2-40B4-BE49-F238E27FC236}">
                  <a16:creationId xmlns:a16="http://schemas.microsoft.com/office/drawing/2014/main" id="{3626C540-8293-9AA3-8CBA-2A543D67CE99}"/>
                </a:ext>
              </a:extLst>
            </p:cNvPr>
            <p:cNvSpPr/>
            <p:nvPr/>
          </p:nvSpPr>
          <p:spPr>
            <a:xfrm>
              <a:off x="4107544" y="2372297"/>
              <a:ext cx="2699658" cy="1140159"/>
            </a:xfrm>
            <a:prstGeom prst="roundRect">
              <a:avLst>
                <a:gd name="adj" fmla="val 13289"/>
              </a:avLst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Picture 2" descr="ANP Logo – Agência Nacional do Petróleo, Gás Natural e ...">
              <a:extLst>
                <a:ext uri="{FF2B5EF4-FFF2-40B4-BE49-F238E27FC236}">
                  <a16:creationId xmlns:a16="http://schemas.microsoft.com/office/drawing/2014/main" id="{8C17AA31-2EED-06D9-C3C0-687E56ED57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0800" y="2701710"/>
              <a:ext cx="2598058" cy="1008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EDD05AD-6F32-6382-050F-3BF51940F9EF}"/>
              </a:ext>
            </a:extLst>
          </p:cNvPr>
          <p:cNvGrpSpPr/>
          <p:nvPr/>
        </p:nvGrpSpPr>
        <p:grpSpPr>
          <a:xfrm>
            <a:off x="4571996" y="746697"/>
            <a:ext cx="3098802" cy="1023825"/>
            <a:chOff x="4571996" y="746697"/>
            <a:chExt cx="3098802" cy="1023825"/>
          </a:xfrm>
        </p:grpSpPr>
        <p:sp>
          <p:nvSpPr>
            <p:cNvPr id="7" name="Retângulo Arredondado 6">
              <a:extLst>
                <a:ext uri="{FF2B5EF4-FFF2-40B4-BE49-F238E27FC236}">
                  <a16:creationId xmlns:a16="http://schemas.microsoft.com/office/drawing/2014/main" id="{A8799F8D-F25B-40E2-7EAF-6494D4670553}"/>
                </a:ext>
              </a:extLst>
            </p:cNvPr>
            <p:cNvSpPr/>
            <p:nvPr/>
          </p:nvSpPr>
          <p:spPr>
            <a:xfrm>
              <a:off x="4571997" y="746697"/>
              <a:ext cx="3098801" cy="1023825"/>
            </a:xfrm>
            <a:prstGeom prst="roundRect">
              <a:avLst>
                <a:gd name="adj" fmla="val 13289"/>
              </a:avLst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052" name="Picture 4" descr="EAIP - Escritório de Apoio Institucional ao Pesquisador - Pró-reitoria de  Pesquisa da UFABC">
              <a:extLst>
                <a:ext uri="{FF2B5EF4-FFF2-40B4-BE49-F238E27FC236}">
                  <a16:creationId xmlns:a16="http://schemas.microsoft.com/office/drawing/2014/main" id="{377E546B-C814-56B3-4118-48870C088B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1996" y="753954"/>
              <a:ext cx="3004457" cy="1009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2" descr="ANP Logo – Agência Nacional do Petróleo, Gás Natural e ...">
            <a:extLst>
              <a:ext uri="{FF2B5EF4-FFF2-40B4-BE49-F238E27FC236}">
                <a16:creationId xmlns:a16="http://schemas.microsoft.com/office/drawing/2014/main" id="{48817481-122E-9B60-D4A2-1CBDF1323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397" y="3455017"/>
            <a:ext cx="2598058" cy="100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E51B607E-9C45-AA09-4904-79495977A5B1}"/>
              </a:ext>
            </a:extLst>
          </p:cNvPr>
          <p:cNvSpPr/>
          <p:nvPr/>
        </p:nvSpPr>
        <p:spPr>
          <a:xfrm>
            <a:off x="1787400" y="5434656"/>
            <a:ext cx="2699658" cy="1140159"/>
          </a:xfrm>
          <a:prstGeom prst="roundRect">
            <a:avLst>
              <a:gd name="adj" fmla="val 1328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 Arredondado 16">
            <a:extLst>
              <a:ext uri="{FF2B5EF4-FFF2-40B4-BE49-F238E27FC236}">
                <a16:creationId xmlns:a16="http://schemas.microsoft.com/office/drawing/2014/main" id="{575EFC48-0B05-3614-A1A3-1C454E56071A}"/>
              </a:ext>
            </a:extLst>
          </p:cNvPr>
          <p:cNvSpPr/>
          <p:nvPr/>
        </p:nvSpPr>
        <p:spPr>
          <a:xfrm>
            <a:off x="2627082" y="3145698"/>
            <a:ext cx="1944914" cy="1627414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Picture 8" descr="Portal da UFC - Universidade Federal do Ceará - Assinatura Vertical do  Brasão da UFC">
            <a:extLst>
              <a:ext uri="{FF2B5EF4-FFF2-40B4-BE49-F238E27FC236}">
                <a16:creationId xmlns:a16="http://schemas.microsoft.com/office/drawing/2014/main" id="{180ED7F5-D93F-2355-09B2-E8A3EDE25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9" y="3058739"/>
            <a:ext cx="1519715" cy="100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Portal da UFC - Universidade Federal do Ceará - Assinatura Vertical do  Brasão da UFC">
            <a:extLst>
              <a:ext uri="{FF2B5EF4-FFF2-40B4-BE49-F238E27FC236}">
                <a16:creationId xmlns:a16="http://schemas.microsoft.com/office/drawing/2014/main" id="{AB775251-575B-2E79-3D6C-535ECB670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082" y="4097882"/>
            <a:ext cx="1519715" cy="100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Portal da UFC - Universidade Federal do Ceará - Assinatura Vertical do  Brasão da UFC">
            <a:extLst>
              <a:ext uri="{FF2B5EF4-FFF2-40B4-BE49-F238E27FC236}">
                <a16:creationId xmlns:a16="http://schemas.microsoft.com/office/drawing/2014/main" id="{87DD0084-89E0-8D23-9251-3B9F6A9D47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" t="64196" r="8685" b="15861"/>
          <a:stretch>
            <a:fillRect/>
          </a:stretch>
        </p:blipFill>
        <p:spPr bwMode="auto">
          <a:xfrm>
            <a:off x="6198834" y="6433301"/>
            <a:ext cx="1768928" cy="28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21668354-3C2E-77D1-2CB7-3752D4A39E77}"/>
              </a:ext>
            </a:extLst>
          </p:cNvPr>
          <p:cNvGrpSpPr>
            <a:grpSpLocks noChangeAspect="1"/>
          </p:cNvGrpSpPr>
          <p:nvPr/>
        </p:nvGrpSpPr>
        <p:grpSpPr>
          <a:xfrm>
            <a:off x="1830925" y="6347307"/>
            <a:ext cx="2628000" cy="187401"/>
            <a:chOff x="4487057" y="5762961"/>
            <a:chExt cx="3969001" cy="283028"/>
          </a:xfrm>
        </p:grpSpPr>
        <p:pic>
          <p:nvPicPr>
            <p:cNvPr id="21" name="Picture 8" descr="Portal da UFC - Universidade Federal do Ceará - Assinatura Vertical do  Brasão da UFC">
              <a:extLst>
                <a:ext uri="{FF2B5EF4-FFF2-40B4-BE49-F238E27FC236}">
                  <a16:creationId xmlns:a16="http://schemas.microsoft.com/office/drawing/2014/main" id="{7B8AD231-7827-00D8-8A76-9DBC46547C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0" t="64196" r="8685" b="15861"/>
            <a:stretch>
              <a:fillRect/>
            </a:stretch>
          </p:blipFill>
          <p:spPr bwMode="auto">
            <a:xfrm>
              <a:off x="4487057" y="5762961"/>
              <a:ext cx="1768928" cy="2830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Portal da UFC - Universidade Federal do Ceará - Assinatura Vertical do  Brasão da UFC">
              <a:extLst>
                <a:ext uri="{FF2B5EF4-FFF2-40B4-BE49-F238E27FC236}">
                  <a16:creationId xmlns:a16="http://schemas.microsoft.com/office/drawing/2014/main" id="{69CEFBB4-A3DE-A876-EBB5-D9B6A28CFF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438" r="-596"/>
            <a:stretch>
              <a:fillRect/>
            </a:stretch>
          </p:blipFill>
          <p:spPr bwMode="auto">
            <a:xfrm>
              <a:off x="6299529" y="5770219"/>
              <a:ext cx="2156529" cy="235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Picture 8" descr="Portal da UFC - Universidade Federal do Ceará - Assinatura Vertical do  Brasão da UFC">
            <a:extLst>
              <a:ext uri="{FF2B5EF4-FFF2-40B4-BE49-F238E27FC236}">
                <a16:creationId xmlns:a16="http://schemas.microsoft.com/office/drawing/2014/main" id="{EDE216F5-8B94-7A84-8328-5CD31986B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9" t="1" r="33481" b="35804"/>
          <a:stretch>
            <a:fillRect/>
          </a:stretch>
        </p:blipFill>
        <p:spPr bwMode="auto">
          <a:xfrm>
            <a:off x="2785554" y="5482246"/>
            <a:ext cx="684000" cy="84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1574F786-EF2C-36CF-03BA-59F6D56FC35A}"/>
              </a:ext>
            </a:extLst>
          </p:cNvPr>
          <p:cNvSpPr/>
          <p:nvPr/>
        </p:nvSpPr>
        <p:spPr>
          <a:xfrm>
            <a:off x="7733075" y="4907593"/>
            <a:ext cx="2699658" cy="1140159"/>
          </a:xfrm>
          <a:prstGeom prst="roundRect">
            <a:avLst>
              <a:gd name="adj" fmla="val 1328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D6505193-1CE9-AFDF-3E73-481915483EBB}"/>
              </a:ext>
            </a:extLst>
          </p:cNvPr>
          <p:cNvGrpSpPr>
            <a:grpSpLocks noChangeAspect="1"/>
          </p:cNvGrpSpPr>
          <p:nvPr/>
        </p:nvGrpSpPr>
        <p:grpSpPr>
          <a:xfrm>
            <a:off x="7776600" y="5820244"/>
            <a:ext cx="2628000" cy="187401"/>
            <a:chOff x="4487057" y="5762961"/>
            <a:chExt cx="3969001" cy="283028"/>
          </a:xfrm>
        </p:grpSpPr>
        <p:pic>
          <p:nvPicPr>
            <p:cNvPr id="33" name="Picture 8" descr="Portal da UFC - Universidade Federal do Ceará - Assinatura Vertical do  Brasão da UFC">
              <a:extLst>
                <a:ext uri="{FF2B5EF4-FFF2-40B4-BE49-F238E27FC236}">
                  <a16:creationId xmlns:a16="http://schemas.microsoft.com/office/drawing/2014/main" id="{118A84C7-EC77-EF0B-EF91-B18B520256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0" t="64196" r="8685" b="15861"/>
            <a:stretch>
              <a:fillRect/>
            </a:stretch>
          </p:blipFill>
          <p:spPr bwMode="auto">
            <a:xfrm>
              <a:off x="4487057" y="5762961"/>
              <a:ext cx="1768928" cy="2830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8" descr="Portal da UFC - Universidade Federal do Ceará - Assinatura Vertical do  Brasão da UFC">
              <a:extLst>
                <a:ext uri="{FF2B5EF4-FFF2-40B4-BE49-F238E27FC236}">
                  <a16:creationId xmlns:a16="http://schemas.microsoft.com/office/drawing/2014/main" id="{64D2ED89-2EA9-1266-991A-725FA2A347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438" r="-596"/>
            <a:stretch>
              <a:fillRect/>
            </a:stretch>
          </p:blipFill>
          <p:spPr bwMode="auto">
            <a:xfrm>
              <a:off x="6299529" y="5770219"/>
              <a:ext cx="2156529" cy="235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5" name="Picture 8" descr="Portal da UFC - Universidade Federal do Ceará - Assinatura Vertical do  Brasão da UFC">
            <a:extLst>
              <a:ext uri="{FF2B5EF4-FFF2-40B4-BE49-F238E27FC236}">
                <a16:creationId xmlns:a16="http://schemas.microsoft.com/office/drawing/2014/main" id="{FF99A975-D6B3-1E8D-5FA9-AA198A1A25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9" t="1" r="33481" b="35804"/>
          <a:stretch>
            <a:fillRect/>
          </a:stretch>
        </p:blipFill>
        <p:spPr bwMode="auto">
          <a:xfrm>
            <a:off x="8731229" y="4955183"/>
            <a:ext cx="684000" cy="84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DB86E091-801A-D5DB-5D73-91AFEE6CA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7762" y="1763264"/>
            <a:ext cx="2628000" cy="1073004"/>
          </a:xfrm>
          <a:prstGeom prst="rect">
            <a:avLst/>
          </a:prstGeom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E04D2575-DE38-AFE9-A83C-C2CA2841B5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48" t="35733" r="37500" b="39162"/>
          <a:stretch>
            <a:fillRect/>
          </a:stretch>
        </p:blipFill>
        <p:spPr bwMode="auto">
          <a:xfrm>
            <a:off x="3193731" y="1968585"/>
            <a:ext cx="3350458" cy="118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1807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21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Lucas</dc:creator>
  <cp:lastModifiedBy>Jorge Lucas</cp:lastModifiedBy>
  <cp:revision>1</cp:revision>
  <dcterms:created xsi:type="dcterms:W3CDTF">2026-03-23T12:03:21Z</dcterms:created>
  <dcterms:modified xsi:type="dcterms:W3CDTF">2026-03-24T14:56:05Z</dcterms:modified>
</cp:coreProperties>
</file>